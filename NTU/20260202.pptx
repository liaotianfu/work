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8" r:id="rId2"/>
    <p:sldId id="281" r:id="rId3"/>
    <p:sldId id="282" r:id="rId4"/>
    <p:sldId id="285" r:id="rId5"/>
    <p:sldId id="286" r:id="rId6"/>
    <p:sldId id="279" r:id="rId7"/>
    <p:sldId id="280" r:id="rId8"/>
    <p:sldId id="283" r:id="rId9"/>
    <p:sldId id="284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廖添富" initials="廖添富" lastIdx="1" clrIdx="0">
    <p:extLst>
      <p:ext uri="{19B8F6BF-5375-455C-9EA6-DF929625EA0E}">
        <p15:presenceInfo xmlns:p15="http://schemas.microsoft.com/office/powerpoint/2012/main" userId="廖添富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580" autoAdjust="0"/>
  </p:normalViewPr>
  <p:slideViewPr>
    <p:cSldViewPr snapToGrid="0">
      <p:cViewPr varScale="1">
        <p:scale>
          <a:sx n="68" d="100"/>
          <a:sy n="68" d="100"/>
        </p:scale>
        <p:origin x="12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76AEFF-B099-41BB-B2C5-C7627C47E7D5}" type="datetimeFigureOut">
              <a:rPr lang="zh-TW" altLang="en-US" smtClean="0"/>
              <a:t>2026/2/2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EC5F96-EACD-42D6-93D4-4B4973D58D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7204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8592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9132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0941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36341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Use RSI IMF as feature to predict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7033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33691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92547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05136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4939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0BDB06-BAD1-448A-8768-A68E8A026F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CC350AC-5185-4E48-BBF7-7CA1B7DF55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3ACF076-F1BE-457D-894B-C42F9682D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6C658CA-331A-4E3B-9BFD-3FF7C1833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619ECD6-4A4E-4CB0-81CB-A685D5A05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1443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FF4FCD-3543-4C78-804D-F2139ADD2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0643A4-9BEB-4070-8BEC-470DF0056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B376E40-FFB8-42C3-807B-6B37655CF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01BD1D-9B88-45CF-909D-883A154C0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93D20A-C4CC-42BA-BA8F-D5B75838C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1532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AB9FD4-1640-4291-8C21-9FBA7706C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1FF97BF-C0A8-4040-A563-EA5334622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B04422-332B-467F-ACFF-332E27EF4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D5BF8D-9103-461D-9860-7EC6368DD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7C21419-6728-446E-A804-170F228C7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9469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7F4C33-ADEE-4C7D-8AA3-364A67171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E52A1E-61AC-4651-B07B-A2BC2485A1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377D334-3B43-42A2-8514-9B4273521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531C6C3-C53F-424C-B7CD-9EEE23AF8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2026/2/2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67D3F2B-5033-45F7-A1CA-7B6B6ED12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D3D1DB0-31B1-4D46-B4BB-33BCD6982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1809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FA5F38-3B83-456A-A246-0212E61E4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05FE547-B20E-4EF0-A78D-47148FD8C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C3EE9F4-B29B-40BB-A202-A38C479E2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B47A837-45CD-40EB-AF75-549622044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E4A9F08-729D-45DA-BC14-F23F844439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4574A0B-E4E4-40FB-AFF4-2497817BC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2026/2/2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0859C4F-E154-48A9-B00E-0B85A946D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20CF31F-A401-4F5B-B3EE-E12AAFF83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761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C3BF39-ECE9-4259-95A6-447CE1247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80956C4-7332-429C-9C4A-5833AA024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2026/2/2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B358D28-3D55-4FD4-95F2-69F3423BB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A841EF-17A6-49EB-B550-3258A268A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0263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E8E09A4-14F8-4554-A7AF-677CA7A9D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2026/2/2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366D64D-29AD-46AE-9C71-D53AEF145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B38447F-CEB5-41BB-ADD7-77C8D0CDE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7800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C3A3E1-8E37-4136-8D2C-2C773BC93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1ADFCBC-DCAE-4BB9-A4E6-92D2CF564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6491ED6-C73C-403B-B27A-0C73D58376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826433B-7B5E-4DA3-9352-9BA58D467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2026/2/2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EBA4174-943C-4458-89FD-1B7D2D914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305A6D2-779D-4D36-8B3E-A52035CB8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7311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51A9A9-6A3C-41C4-9800-15AE545DE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0076499-12F7-475E-99F5-A2A9B81BFA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96B6672-CA5F-48FE-81BA-9976EECA4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34CC001-AB97-4C5D-819D-EDCE98C43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2026/2/2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DDADDF7-DE8E-4EDB-BD5E-ED6753207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24A05F5-1061-465D-B93E-143EE7267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1883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E4C9E4-FCB6-4428-BF83-9A4A55C35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8E71D40-236C-4288-A677-56CDEDC10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BADF9E0-F866-4859-9504-23768DE1D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A3064DB-22B2-4F2C-B1A8-A1B7C7BED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F695771-F3F4-423A-9E53-42EAB69CE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294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E4EEAAF-B6F2-4897-91F8-CA9AA07E62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85EB2C6-A5FF-4A60-919D-9F4984876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D53F9C-AB2E-4609-9C3B-20FC3B960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7E96EB7-A67F-40B1-94EE-B9522C52E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BC76E70-AA25-4D1D-B94D-6E924D22B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6872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02B2DEA-7226-4FDE-9592-41724B658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BEB72C6-317A-43C4-821C-ECCBD3206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A76D16-08FD-496F-810A-0DEA5294A2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64084-543B-42CA-A209-CD39C253E9C1}" type="datetimeFigureOut">
              <a:rPr lang="zh-TW" altLang="en-US" smtClean="0"/>
              <a:t>2026/2/2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74BC770-154F-4AFA-AB31-31796BB7F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9E17C4F-2F43-4911-88B6-AEDDAF8E6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9387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42ED539-36B4-4209-89D1-AEDB6CC782D6}"/>
              </a:ext>
            </a:extLst>
          </p:cNvPr>
          <p:cNvSpPr txBox="1"/>
          <p:nvPr/>
        </p:nvSpPr>
        <p:spPr>
          <a:xfrm>
            <a:off x="4893202" y="2382334"/>
            <a:ext cx="24055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VMD</a:t>
            </a:r>
            <a:r>
              <a:rPr lang="en-US" altLang="zh-TW" dirty="0">
                <a:sym typeface="Wingdings" panose="05000000000000000000" pitchFamily="2" charset="2"/>
              </a:rPr>
              <a:t>IMF</a:t>
            </a:r>
          </a:p>
          <a:p>
            <a:endParaRPr lang="en-US" altLang="zh-TW" dirty="0">
              <a:sym typeface="Wingdings" panose="05000000000000000000" pitchFamily="2" charset="2"/>
            </a:endParaRPr>
          </a:p>
          <a:p>
            <a:endParaRPr lang="en-US" altLang="zh-TW" dirty="0">
              <a:sym typeface="Wingdings" panose="05000000000000000000" pitchFamily="2" charset="2"/>
            </a:endParaRPr>
          </a:p>
          <a:p>
            <a:r>
              <a:rPr lang="en-US" altLang="zh-TW" dirty="0"/>
              <a:t>N-BEATS + LSTM </a:t>
            </a:r>
            <a:r>
              <a:rPr lang="zh-TW" altLang="en-US" dirty="0"/>
              <a:t> </a:t>
            </a:r>
            <a:r>
              <a:rPr lang="en-US" altLang="zh-TW" dirty="0"/>
              <a:t>model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55548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1CB28DA0-277F-490B-9938-2D5170614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78" y="377472"/>
            <a:ext cx="11488105" cy="610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754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DCE4D58B-BD0A-4E2C-A5CB-7CD0FFB09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84" y="258805"/>
            <a:ext cx="11446232" cy="634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093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5D594E67-FD1F-4E5C-9A75-ABA5B3021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22" y="451555"/>
            <a:ext cx="10723117" cy="569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162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D77FEC4-E486-429E-B31D-FED8C5D31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78" y="222249"/>
            <a:ext cx="11537244" cy="61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54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6539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8878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8675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864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23</Words>
  <Application>Microsoft Office PowerPoint</Application>
  <PresentationFormat>寬螢幕</PresentationFormat>
  <Paragraphs>14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廖添富</dc:creator>
  <cp:lastModifiedBy>廖添富</cp:lastModifiedBy>
  <cp:revision>43</cp:revision>
  <dcterms:created xsi:type="dcterms:W3CDTF">2025-12-22T12:36:43Z</dcterms:created>
  <dcterms:modified xsi:type="dcterms:W3CDTF">2026-02-02T16:22:49Z</dcterms:modified>
</cp:coreProperties>
</file>