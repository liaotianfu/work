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8" r:id="rId2"/>
    <p:sldId id="276" r:id="rId3"/>
    <p:sldId id="277" r:id="rId4"/>
    <p:sldId id="275" r:id="rId5"/>
    <p:sldId id="283" r:id="rId6"/>
    <p:sldId id="279" r:id="rId7"/>
    <p:sldId id="280" r:id="rId8"/>
    <p:sldId id="281" r:id="rId9"/>
    <p:sldId id="284" r:id="rId10"/>
    <p:sldId id="285" r:id="rId11"/>
    <p:sldId id="286" r:id="rId12"/>
    <p:sldId id="282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580" autoAdjust="0"/>
  </p:normalViewPr>
  <p:slideViewPr>
    <p:cSldViewPr snapToGrid="0">
      <p:cViewPr varScale="1">
        <p:scale>
          <a:sx n="68" d="100"/>
          <a:sy n="68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6AEFF-B099-41BB-B2C5-C7627C47E7D5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C5F96-EACD-42D6-93D4-4B4973D58D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7204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592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7876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488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418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095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0987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7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還是會有斷點產生</a:t>
            </a:r>
            <a:endParaRPr lang="en-US" altLang="zh-TW" dirty="0"/>
          </a:p>
          <a:p>
            <a:r>
              <a:rPr lang="zh-TW" altLang="en-US" dirty="0"/>
              <a:t>資料少 殘差較大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509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987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6097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7417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2754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BDB06-BAD1-448A-8768-A68E8A026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C350AC-5185-4E48-BBF7-7CA1B7DF5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ACF076-F1BE-457D-894B-C42F9682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C658CA-331A-4E3B-9BFD-3FF7C1833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19ECD6-4A4E-4CB0-81CB-A685D5A0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FF4FCD-3543-4C78-804D-F2139ADD2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0643A4-9BEB-4070-8BEC-470DF0056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376E40-FFB8-42C3-807B-6B37655C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01BD1D-9B88-45CF-909D-883A154C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93D20A-C4CC-42BA-BA8F-D5B75838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532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AB9FD4-1640-4291-8C21-9FBA7706C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FF97BF-C0A8-4040-A563-EA5334622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B04422-332B-467F-ACFF-332E27EF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D5BF8D-9103-461D-9860-7EC6368D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21419-6728-446E-A804-170F228C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9469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7F4C33-ADEE-4C7D-8AA3-364A67171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E52A1E-61AC-4651-B07B-A2BC2485A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77D334-3B43-42A2-8514-9B4273521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31C6C3-C53F-424C-B7CD-9EEE23AF8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7D3F2B-5033-45F7-A1CA-7B6B6ED1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3D1DB0-31B1-4D46-B4BB-33BCD698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1809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FA5F38-3B83-456A-A246-0212E61E4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5FE547-B20E-4EF0-A78D-47148FD8C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C3EE9F4-B29B-40BB-A202-A38C479E2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B47A837-45CD-40EB-AF75-549622044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E4A9F08-729D-45DA-BC14-F23F84443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4574A0B-E4E4-40FB-AFF4-2497817B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0859C4F-E154-48A9-B00E-0B85A946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20CF31F-A401-4F5B-B3EE-E12AAFF8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761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3BF39-ECE9-4259-95A6-447CE124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0956C4-7332-429C-9C4A-5833AA024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B358D28-3D55-4FD4-95F2-69F3423B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A841EF-17A6-49EB-B550-3258A268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0263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E8E09A4-14F8-4554-A7AF-677CA7A9D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366D64D-29AD-46AE-9C71-D53AEF14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38447F-CEB5-41BB-ADD7-77C8D0CD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80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C3A3E1-8E37-4136-8D2C-2C773BC93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ADFCBC-DCAE-4BB9-A4E6-92D2CF564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491ED6-C73C-403B-B27A-0C73D5837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826433B-7B5E-4DA3-9352-9BA58D46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EBA4174-943C-4458-89FD-1B7D2D91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05A6D2-779D-4D36-8B3E-A52035CB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731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1A9A9-6A3C-41C4-9800-15AE545D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0076499-12F7-475E-99F5-A2A9B81BFA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6B6672-CA5F-48FE-81BA-9976EECA4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4CC001-AB97-4C5D-819D-EDCE98C4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DADDF7-DE8E-4EDB-BD5E-ED675320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4A05F5-1061-465D-B93E-143EE726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883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E4C9E4-FCB6-4428-BF83-9A4A55C35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8E71D40-236C-4288-A677-56CDEDC10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ADF9E0-F866-4859-9504-23768DE1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3064DB-22B2-4F2C-B1A8-A1B7C7BED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695771-F3F4-423A-9E53-42EAB69C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294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E4EEAAF-B6F2-4897-91F8-CA9AA07E6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5EB2C6-A5FF-4A60-919D-9F4984876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D53F9C-AB2E-4609-9C3B-20FC3B96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E96EB7-A67F-40B1-94EE-B9522C52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C76E70-AA25-4D1D-B94D-6E924D22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687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2B2DEA-7226-4FDE-9592-41724B658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EB72C6-317A-43C4-821C-ECCBD3206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A76D16-08FD-496F-810A-0DEA5294A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64084-543B-42CA-A209-CD39C253E9C1}" type="datetimeFigureOut">
              <a:rPr lang="zh-TW" altLang="en-US" smtClean="0"/>
              <a:t>2026/1/5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4BC770-154F-4AFA-AB31-31796BB7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E17C4F-2F43-4911-88B6-AEDDAF8E6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38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42ED539-36B4-4209-89D1-AEDB6CC782D6}"/>
              </a:ext>
            </a:extLst>
          </p:cNvPr>
          <p:cNvSpPr txBox="1"/>
          <p:nvPr/>
        </p:nvSpPr>
        <p:spPr>
          <a:xfrm>
            <a:off x="5777643" y="3244334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EMD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5548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7E4A43A-53F6-4AEE-AFC1-23E1ABABD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55" y="259643"/>
            <a:ext cx="11190609" cy="594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14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E6142FB-1435-47C8-9060-A9377420D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828"/>
            <a:ext cx="11509353" cy="611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09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12837EB-079A-4BBD-8BE3-D2F8E289B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44" y="373415"/>
            <a:ext cx="11503378" cy="611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0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42ED539-36B4-4209-89D1-AEDB6CC782D6}"/>
              </a:ext>
            </a:extLst>
          </p:cNvPr>
          <p:cNvSpPr txBox="1"/>
          <p:nvPr/>
        </p:nvSpPr>
        <p:spPr>
          <a:xfrm>
            <a:off x="5777643" y="324433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VMD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4606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81E4D2C-B2AC-472F-A302-514A85071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88" y="535340"/>
            <a:ext cx="10893778" cy="578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58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57CFB1A-116D-4CA4-8751-E460407A8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77" y="571498"/>
            <a:ext cx="11198578" cy="594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06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C08B5C6-C593-4AFB-9117-E53DFB76F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89" y="657929"/>
            <a:ext cx="10780889" cy="572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48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27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516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627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607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26</Words>
  <Application>Microsoft Office PowerPoint</Application>
  <PresentationFormat>寬螢幕</PresentationFormat>
  <Paragraphs>16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廖添富</dc:creator>
  <cp:lastModifiedBy>廖添富</cp:lastModifiedBy>
  <cp:revision>21</cp:revision>
  <dcterms:created xsi:type="dcterms:W3CDTF">2025-12-22T12:36:43Z</dcterms:created>
  <dcterms:modified xsi:type="dcterms:W3CDTF">2026-01-05T16:17:08Z</dcterms:modified>
</cp:coreProperties>
</file>